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6" r:id="rId5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32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720"/>
  </p:normalViewPr>
  <p:slideViewPr>
    <p:cSldViewPr snapToGrid="0">
      <p:cViewPr varScale="1">
        <p:scale>
          <a:sx n="53" d="100"/>
          <a:sy n="53" d="100"/>
        </p:scale>
        <p:origin x="325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9F4A2-E97A-F248-AE61-52986AC63982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30AC5-E626-804F-97D0-453F8A497C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2068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30AC5-E626-804F-97D0-453F8A497CE6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073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513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651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839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3146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2310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28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1946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4784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5277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3745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570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00F00-1D35-254B-9117-3FE363B8C978}" type="datetimeFigureOut">
              <a:rPr lang="fr-CH" smtClean="0"/>
              <a:t>12.02.2026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E756A-21A2-7C45-860C-89E44924FE3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306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A0B852F2-88A6-6E75-FFB8-19AB74BD9C9A}"/>
              </a:ext>
            </a:extLst>
          </p:cNvPr>
          <p:cNvSpPr txBox="1"/>
          <p:nvPr/>
        </p:nvSpPr>
        <p:spPr>
          <a:xfrm>
            <a:off x="410705" y="3949845"/>
            <a:ext cx="473473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Contexte</a:t>
            </a:r>
          </a:p>
          <a:p>
            <a:endParaRPr lang="fr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cautela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nimia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peiores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haeserat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plagas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narrabimus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postea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aemulis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consarcinantibus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insidias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graves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apud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Constantium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cetera medium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siquid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quivis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infudisset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ignotus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acerbum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inplacabilem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in hoc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causarum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dissimilem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sui.</a:t>
            </a:r>
          </a:p>
          <a:p>
            <a:endParaRPr lang="fr-CH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H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  <a:b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CH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dies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Lollianus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lanuginis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adulescens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Lampadi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praefecto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exploratius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causam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Maximino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spectante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convictus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codicem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noxiarum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nondum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aetatem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firmato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consilio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descripsisse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exulque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mittendus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sperabatur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patris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inpulsu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provocavit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iussus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comitatum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duci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de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fumo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aiunt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flammam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Phalangio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Baeticae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consulari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cecidit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funesti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carnificis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manu.</a:t>
            </a:r>
          </a:p>
          <a:p>
            <a:endParaRPr lang="fr-CH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Incenderat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audaces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insaniam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homines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haec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nefariis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egere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conatibus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Luscus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quidam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curator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urbis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subito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eosque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heiulans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baiolorum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praecentor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expediendum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quod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orsi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incitans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vocibus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crebris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qui haut longe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postea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vivus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exustus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EEB216-1A02-71A3-5126-92CBF051A5EF}"/>
              </a:ext>
            </a:extLst>
          </p:cNvPr>
          <p:cNvSpPr txBox="1"/>
          <p:nvPr/>
        </p:nvSpPr>
        <p:spPr>
          <a:xfrm>
            <a:off x="5345906" y="3949845"/>
            <a:ext cx="49352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Résultats</a:t>
            </a:r>
          </a:p>
          <a:p>
            <a:endParaRPr lang="fr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apparuit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frustra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temptata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sulcatis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lateribus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mortisque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metu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admoto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turpi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confessione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cogitatorum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fuisse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firmavit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cum nec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vidisset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quicquam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nec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audisset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penitus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forensium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Eusebius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obiecta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fidentius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negans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suspensus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eodem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gradu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constantiae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stetit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latrocinium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illud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esse, non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iudicium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clamans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CH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Dein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Syria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speciosam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interpatet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diffusa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planitiem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hanc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nobilitat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Antiochia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mundo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cognita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civitas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cui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certaverit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alia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advecticiis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adfluere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copiis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internis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Laodicia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Apamia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itidemque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Seleucia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inde 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auspiciis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florentissimae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CH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fr-CH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quo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auspiciis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mundanum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fulgorem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surgeret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victura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erunt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homines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Roma, ut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augeretur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sublimibus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incrementis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foedere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pacis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aeternae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Virtus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convenit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Fortuna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plerumque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dissidentes,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quarum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altera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defuisset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ad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perfectam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venerat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14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summitatem</a:t>
            </a:r>
            <a:r>
              <a:rPr lang="fr-CH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DDAFB9F-C0A8-D814-CDBB-F3E5A99787DB}"/>
              </a:ext>
            </a:extLst>
          </p:cNvPr>
          <p:cNvSpPr txBox="1"/>
          <p:nvPr/>
        </p:nvSpPr>
        <p:spPr>
          <a:xfrm>
            <a:off x="410705" y="2059007"/>
            <a:ext cx="9698618" cy="12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0"/>
              </a:lnSpc>
            </a:pPr>
            <a:r>
              <a:rPr lang="fr-CH" sz="5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ED0FE0E-2307-F6CC-211E-57F3F3F0A326}"/>
              </a:ext>
            </a:extLst>
          </p:cNvPr>
          <p:cNvSpPr txBox="1"/>
          <p:nvPr/>
        </p:nvSpPr>
        <p:spPr>
          <a:xfrm>
            <a:off x="4846089" y="391651"/>
            <a:ext cx="5346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CH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Travail de </a:t>
            </a:r>
            <a:r>
              <a:rPr lang="fr-CH" sz="2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Bachelor</a:t>
            </a:r>
            <a:r>
              <a:rPr lang="fr-CH" sz="2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  <a:endParaRPr lang="fr-CH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fr-CH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Filière ISC</a:t>
            </a:r>
            <a:endParaRPr lang="fr-CH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Orientation ISCE </a:t>
            </a:r>
            <a:endParaRPr lang="fr-CH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 27" descr="Ciels affichés à partir de la vue regardant vers le haut">
            <a:extLst>
              <a:ext uri="{FF2B5EF4-FFF2-40B4-BE49-F238E27FC236}">
                <a16:creationId xmlns:a16="http://schemas.microsoft.com/office/drawing/2014/main" id="{449836C4-1C20-F691-D507-558ADFD29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0" y="10160730"/>
            <a:ext cx="4646627" cy="3100172"/>
          </a:xfrm>
          <a:prstGeom prst="rect">
            <a:avLst/>
          </a:prstGeom>
        </p:spPr>
      </p:pic>
      <p:pic>
        <p:nvPicPr>
          <p:cNvPr id="29" name="Image 28" descr="Ciels affichés à partir de la vue regardant vers le haut">
            <a:extLst>
              <a:ext uri="{FF2B5EF4-FFF2-40B4-BE49-F238E27FC236}">
                <a16:creationId xmlns:a16="http://schemas.microsoft.com/office/drawing/2014/main" id="{05558449-3CE5-8E42-E6B3-051F187C4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377" y="10146877"/>
            <a:ext cx="4646627" cy="310017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E6E7A1E-F358-1E55-B8BC-824286200B32}"/>
              </a:ext>
            </a:extLst>
          </p:cNvPr>
          <p:cNvSpPr txBox="1"/>
          <p:nvPr/>
        </p:nvSpPr>
        <p:spPr>
          <a:xfrm>
            <a:off x="410705" y="13662553"/>
            <a:ext cx="107652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latin typeface="Arial" panose="020B0604020202020204" pitchFamily="34" charset="0"/>
                <a:cs typeface="Arial" panose="020B0604020202020204" pitchFamily="34" charset="0"/>
              </a:rPr>
              <a:t>Auteur:</a:t>
            </a:r>
          </a:p>
          <a:p>
            <a:r>
              <a:rPr lang="fr-CH" sz="1200" dirty="0">
                <a:latin typeface="Arial" panose="020B0604020202020204" pitchFamily="34" charset="0"/>
                <a:cs typeface="Arial" panose="020B0604020202020204" pitchFamily="34" charset="0"/>
              </a:rPr>
              <a:t>Répondant externe:</a:t>
            </a:r>
          </a:p>
          <a:p>
            <a:r>
              <a:rPr lang="fr-CH" sz="1200" dirty="0">
                <a:latin typeface="Arial" panose="020B0604020202020204" pitchFamily="34" charset="0"/>
                <a:cs typeface="Arial" panose="020B0604020202020204" pitchFamily="34" charset="0"/>
              </a:rPr>
              <a:t>Prof. responsable:</a:t>
            </a:r>
          </a:p>
          <a:p>
            <a:r>
              <a:rPr lang="fr-CH" sz="1200" dirty="0">
                <a:latin typeface="Arial" panose="020B0604020202020204" pitchFamily="34" charset="0"/>
                <a:cs typeface="Arial" panose="020B0604020202020204" pitchFamily="34" charset="0"/>
              </a:rPr>
              <a:t>Sujet proposé par:</a:t>
            </a:r>
          </a:p>
          <a:p>
            <a:r>
              <a:rPr lang="fr-FR" sz="1200" b="1" spc="-10" dirty="0">
                <a:latin typeface="Arial"/>
                <a:cs typeface="Arial"/>
              </a:rPr>
              <a:t>										     </a:t>
            </a:r>
          </a:p>
          <a:p>
            <a:r>
              <a:rPr lang="fr-FR" sz="1200" b="1" spc="-10" dirty="0">
                <a:latin typeface="Arial"/>
                <a:cs typeface="Arial"/>
              </a:rPr>
              <a:t>										    HEIG-</a:t>
            </a:r>
            <a:r>
              <a:rPr lang="fr-FR" sz="1200" b="1" dirty="0">
                <a:latin typeface="Arial"/>
                <a:cs typeface="Arial"/>
              </a:rPr>
              <a:t>VD</a:t>
            </a:r>
            <a:r>
              <a:rPr lang="fr-FR" sz="1200" b="1" spc="-20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©</a:t>
            </a:r>
            <a:r>
              <a:rPr lang="fr-FR" sz="1200" b="1" spc="-15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2025</a:t>
            </a:r>
            <a:r>
              <a:rPr lang="fr-FR" sz="1200" b="1" spc="215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filière</a:t>
            </a:r>
            <a:r>
              <a:rPr lang="fr-FR" sz="1200" b="1" spc="-15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Informatique</a:t>
            </a:r>
            <a:r>
              <a:rPr lang="fr-FR" sz="1200" b="1" spc="-20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et</a:t>
            </a:r>
            <a:r>
              <a:rPr lang="fr-FR" sz="1200" b="1" spc="-15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systèmes</a:t>
            </a:r>
            <a:r>
              <a:rPr lang="fr-FR" sz="1200" b="1" spc="-20" dirty="0">
                <a:latin typeface="Arial"/>
                <a:cs typeface="Arial"/>
              </a:rPr>
              <a:t> </a:t>
            </a:r>
            <a:r>
              <a:rPr lang="fr-FR" sz="1200" b="1" dirty="0">
                <a:latin typeface="Arial"/>
                <a:cs typeface="Arial"/>
              </a:rPr>
              <a:t>de</a:t>
            </a:r>
            <a:r>
              <a:rPr lang="fr-FR" sz="1200" b="1" spc="-15" dirty="0">
                <a:latin typeface="Arial"/>
                <a:cs typeface="Arial"/>
              </a:rPr>
              <a:t> </a:t>
            </a:r>
            <a:r>
              <a:rPr lang="fr-FR" sz="1200" b="1" spc="-10" dirty="0">
                <a:latin typeface="Arial"/>
                <a:cs typeface="Arial"/>
              </a:rPr>
              <a:t>communication</a:t>
            </a:r>
            <a:endParaRPr lang="fr-FR" sz="1200" dirty="0">
              <a:latin typeface="Arial"/>
              <a:cs typeface="Arial"/>
            </a:endParaRPr>
          </a:p>
          <a:p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ject 13">
            <a:extLst>
              <a:ext uri="{FF2B5EF4-FFF2-40B4-BE49-F238E27FC236}">
                <a16:creationId xmlns:a16="http://schemas.microsoft.com/office/drawing/2014/main" id="{A6E325AD-3E75-E389-E526-9328D2EAF8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8145" y="13900829"/>
            <a:ext cx="1131178" cy="492939"/>
          </a:xfrm>
          <a:prstGeom prst="rect">
            <a:avLst/>
          </a:prstGeom>
        </p:spPr>
      </p:pic>
      <p:pic>
        <p:nvPicPr>
          <p:cNvPr id="14" name="Image 13" descr="Une image contenant Polic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1BC9B767-2F7F-3EDB-CF8A-32E6ABE3B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10" y="471311"/>
            <a:ext cx="1417561" cy="106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057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2DBA19A99D043AFB3CC20C3C2E670" ma:contentTypeVersion="10" ma:contentTypeDescription="Crée un document." ma:contentTypeScope="" ma:versionID="b55a8119373ecb0daa87d7ce8a8ccc55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7bbd885964a573671ecd10de83595bc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Date de début de planification" ma:description="" ma:internalName="PublishingStartDate">
      <xsd:simpleType>
        <xsd:restriction base="dms:Unknown"/>
      </xsd:simpleType>
    </xsd:element>
    <xsd:element name="PublishingExpirationDate" ma:index="5" nillable="true" ma:displayName="Date de fin de planification" ma:description="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Type de contenu" ma:readOnly="true"/>
        <xsd:element ref="dc:title" minOccurs="0" maxOccurs="1" ma:index="3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925618-3156-4746-8B68-5C33F2AB0F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04904543-D12C-45EA-8310-FF15BB5BF9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AAD471-60E3-4269-8F77-1FB8D65951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</TotalTime>
  <Words>346</Words>
  <Application>Microsoft Office PowerPoint</Application>
  <PresentationFormat>Personnalisé</PresentationFormat>
  <Paragraphs>28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Grünig Naomy</dc:creator>
  <cp:lastModifiedBy>Chammartin Mathilde</cp:lastModifiedBy>
  <cp:revision>9</cp:revision>
  <dcterms:created xsi:type="dcterms:W3CDTF">2025-01-21T07:50:37Z</dcterms:created>
  <dcterms:modified xsi:type="dcterms:W3CDTF">2026-02-12T12:52:16Z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0x010100EC62DBA19A99D043AFB3CC20C3C2E670</vt:lpwstr>
  </property>
</Properties>
</file>